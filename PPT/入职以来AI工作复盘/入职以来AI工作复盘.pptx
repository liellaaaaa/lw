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5" r:id="rId7"/>
    <p:sldId id="266" r:id="rId8"/>
    <p:sldId id="267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22383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7051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二、开发应用交付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31718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zh-CN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宏昊</a:t>
            </a:r>
            <a:r>
              <a:rPr lang="en-US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36385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409575" y="122174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2028825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590675" y="213614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开发应用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4191000" y="122174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800725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619750" y="213614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7962900" y="122174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582150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324975" y="213614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2362200" y="288163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3543300" y="3091180"/>
            <a:ext cx="143764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400+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3724275" y="379603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平台测试项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" name="圆角矩形 0"/>
          <p:cNvSpPr/>
          <p:nvPr>
            <p:custDataLst>
              <p:tags r:id="rId13"/>
            </p:custDataLst>
          </p:nvPr>
        </p:nvSpPr>
        <p:spPr>
          <a:xfrm>
            <a:off x="6324600" y="283718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" name="文本框 1" descr="{&quot;isTemplate&quot;:true,&quot;type&quot;:&quot;text&quot;}"/>
          <p:cNvSpPr txBox="1"/>
          <p:nvPr>
            <p:custDataLst>
              <p:tags r:id="rId14"/>
            </p:custDataLst>
          </p:nvPr>
        </p:nvSpPr>
        <p:spPr>
          <a:xfrm>
            <a:off x="7391400" y="3046730"/>
            <a:ext cx="1437640" cy="6477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7681595" y="373888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开发应用交付总览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4351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五月下旬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六月中旬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七月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下旬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七月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八月初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533400" y="11049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1581150" y="1353185"/>
            <a:ext cx="1476375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400+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704975" y="2000885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r>
              <a:rPr lang="en-US" alt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>
            <p:custDataLst>
              <p:tags r:id="rId4"/>
            </p:custDataLst>
          </p:nvPr>
        </p:nvSpPr>
        <p:spPr>
          <a:xfrm>
            <a:off x="4314825" y="11049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753100" y="13144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565775" y="201930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>
            <p:custDataLst>
              <p:tags r:id="rId7"/>
            </p:custDataLst>
          </p:nvPr>
        </p:nvSpPr>
        <p:spPr>
          <a:xfrm>
            <a:off x="8086725" y="11049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134475" y="131445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94.1%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458325" y="201930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总体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72415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287655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525520"/>
          <a:ext cx="11094085" cy="2593975"/>
        </p:xfrm>
        <a:graphic>
          <a:graphicData uri="http://schemas.openxmlformats.org/drawingml/2006/table">
            <a:tbl>
              <a:tblPr/>
              <a:tblGrid>
                <a:gridCol w="1254760"/>
                <a:gridCol w="1955800"/>
                <a:gridCol w="1836420"/>
                <a:gridCol w="6047105"/>
              </a:tblGrid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培训助手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10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项（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视频生成）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主要集中在说明书助手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176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其中：权限模块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73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项、说明书助手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62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项、视频生成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35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项，集中在说明书助手（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文件参数提取、产品对比问题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）以及知识库权限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模块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36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智能体权限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en-US"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主要集中在培训、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文档管理中心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测试，均为智能体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3081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当前仅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+ SOP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源文件</a:t>
                      </a:r>
                      <a:endParaRPr lang="en-US" alt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  <a:buClrTx/>
                        <a:buSzTx/>
                        <a:buFontTx/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流程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67894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11709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>
            <a:endParaRPr sz="2000" b="1"/>
          </a:p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4089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6734175" y="167894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6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6734175" y="211709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>
            <a:endParaRPr sz="2000" b="1"/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6924675" y="204089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34175" y="252666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>
            <a:endParaRPr sz="2000" b="1"/>
          </a:p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6924675" y="245046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6734175" y="293624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>
            <a:endParaRPr sz="2000" b="1"/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6924675" y="286004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6734175" y="334581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>
            <a:endParaRPr sz="2000" b="1"/>
          </a:p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6924675" y="326961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" name="圆角矩形 0"/>
          <p:cNvSpPr/>
          <p:nvPr/>
        </p:nvSpPr>
        <p:spPr>
          <a:xfrm>
            <a:off x="533400" y="253619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>
            <a:endParaRPr sz="2000" b="1"/>
          </a:p>
        </p:txBody>
      </p:sp>
      <p:sp>
        <p:nvSpPr>
          <p:cNvPr id="2" name="文本框 1" descr="{&quot;isTemplate&quot;:true,&quot;type&quot;:&quot;text&quot;}"/>
          <p:cNvSpPr txBox="1"/>
          <p:nvPr/>
        </p:nvSpPr>
        <p:spPr>
          <a:xfrm>
            <a:off x="723900" y="245999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培训助手迁移方案落地进度</a:t>
            </a: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跟进</a:t>
            </a:r>
            <a:endParaRPr 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533400" y="294576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>
            <a:endParaRPr sz="2000" b="1"/>
          </a:p>
        </p:txBody>
      </p:sp>
      <p:sp>
        <p:nvSpPr>
          <p:cNvPr id="4" name="文本框 3" descr="{&quot;isTemplate&quot;:true,&quot;type&quot;:&quot;text&quot;}"/>
          <p:cNvSpPr txBox="1"/>
          <p:nvPr/>
        </p:nvSpPr>
        <p:spPr>
          <a:xfrm>
            <a:off x="723900" y="2869565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深入分析需求池内容，输出路径少、高价值的</a:t>
            </a:r>
            <a:r>
              <a:rPr lang="en-US" altLang="zh-CN"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lang="en-US" altLang="zh-CN"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0193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25622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33623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2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3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4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5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6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7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8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9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0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1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2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3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4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5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6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7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8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9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0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1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2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3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4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1344</Words>
  <Application>WPS 演示</Application>
  <PresentationFormat/>
  <Paragraphs>278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12</cp:revision>
  <dcterms:created xsi:type="dcterms:W3CDTF">2026-08-17T09:56:00Z</dcterms:created>
  <dcterms:modified xsi:type="dcterms:W3CDTF">2026-08-18T01:16:13Z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